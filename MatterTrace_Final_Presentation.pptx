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2708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ourAznGurl/cen4010-final-projec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MatterTrace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case timelines for a personal-injury law office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staff rebuild case timelines by hand from scattered documents, and lose track of where each fact came from and whether anyone has checked it.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348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 Tarumi  |  CEN 4010 Final Project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75120" y="1097280"/>
            <a:ext cx="365760" cy="36576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178040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0" y="1965960"/>
            <a:ext cx="365760" cy="365760"/>
          </a:xfrm>
          <a:prstGeom prst="ellipse">
            <a:avLst/>
          </a:prstGeom>
          <a:solidFill>
            <a:srgbClr val="8FA3BF"/>
          </a:solidFill>
          <a:ln w="12700">
            <a:solidFill>
              <a:srgbClr val="8FA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78040" y="1920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document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2834640"/>
            <a:ext cx="365760" cy="365760"/>
          </a:xfrm>
          <a:prstGeom prst="ellipse">
            <a:avLst/>
          </a:prstGeom>
          <a:solidFill>
            <a:srgbClr val="3FB57A"/>
          </a:solidFill>
          <a:ln w="12700">
            <a:solidFill>
              <a:srgbClr val="3FB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178040" y="27889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by a person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3703320"/>
            <a:ext cx="365760" cy="365760"/>
          </a:xfrm>
          <a:prstGeom prst="ellipse">
            <a:avLst/>
          </a:prstGeom>
          <a:solidFill>
            <a:srgbClr val="E5604F"/>
          </a:solidFill>
          <a:ln w="12700">
            <a:solidFill>
              <a:srgbClr val="E56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178040" y="3657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or unclear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value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EEF2F9"/>
          </a:solidFill>
          <a:ln/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Paralegal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every AI suggestion in one place instead of rebuilding timelines by hand.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7160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EEF2F9"/>
          </a:solidFill>
          <a:ln/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 current timeline where every entry shows its source and who checked it. Keeps every legal decision.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37160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EEF2F9"/>
          </a:solidFill>
          <a:ln/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and IT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case-only visibility, and a full activity log of every action.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shows where it came from and whether a person has checked it.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implemented solution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783080" cy="1554480"/>
          </a:xfrm>
          <a:prstGeom prst="roundRect">
            <a:avLst>
              <a:gd name="adj" fmla="val 5882"/>
            </a:avLst>
          </a:prstGeom>
          <a:solidFill>
            <a:srgbClr val="DCE8FB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suggests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documents, proposes entries with a source link and label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331720" y="2148840"/>
            <a:ext cx="274320" cy="0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2606040" y="1371600"/>
            <a:ext cx="1783080" cy="1554480"/>
          </a:xfrm>
          <a:prstGeom prst="roundRect">
            <a:avLst>
              <a:gd name="adj" fmla="val 5882"/>
            </a:avLst>
          </a:prstGeom>
          <a:solidFill>
            <a:srgbClr val="DDF0E5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Paralegal checks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fix, reject, or mark unclear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0" y="2148840"/>
            <a:ext cx="274320" cy="0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663440" y="1371600"/>
            <a:ext cx="1783080" cy="1554480"/>
          </a:xfrm>
          <a:prstGeom prst="roundRect">
            <a:avLst>
              <a:gd name="adj" fmla="val 5882"/>
            </a:avLst>
          </a:prstGeom>
          <a:solidFill>
            <a:srgbClr val="FBE1DE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Risky items escalate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Mismatches and court/deadline items go up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46520" y="2148840"/>
            <a:ext cx="274320" cy="0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720840" y="1371600"/>
            <a:ext cx="1783080" cy="1554480"/>
          </a:xfrm>
          <a:prstGeom prst="roundRect">
            <a:avLst>
              <a:gd name="adj" fmla="val 5882"/>
            </a:avLst>
          </a:prstGeom>
          <a:solidFill>
            <a:srgbClr val="1B2A41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Attorney approves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 attorney can approve the timeline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document intake, AI extraction, review workbench, attorney queue, export, activity log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approves anything. Only a signed-in person can.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2697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pipeline from the course guide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element names as the guide, plus six control points (C1-C6)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and checked entries kept separate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is a mock; a real LLM can replace it</a:t>
            </a:r>
            <a:endParaRPr lang="en-US" sz="1200" dirty="0"/>
          </a:p>
        </p:txBody>
      </p:sp>
      <p:pic>
        <p:nvPicPr>
          <p:cNvPr id="4" name="Image 0" descr="MatterTrace architecture following the Document Intelligence pipel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188720"/>
            <a:ext cx="5166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results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1B2A41"/>
          </a:solidFill>
          <a:ln/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/ 32</a:t>
            </a:r>
            <a:endParaRPr lang="en-US" sz="48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2801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1B2A41"/>
          </a:solidFill>
          <a:ln/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found in testing and fixed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2801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1B2A41"/>
          </a:solidFill>
          <a:ln/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approved without a person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checks: pytest against the control logic, plus a manual browser walkthrough of every role, normal and exception paths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by running the app (meaningless parties, wrong badge color) were fixed and re-verified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EEF2F9"/>
          </a:solidFill>
          <a:ln/>
        </p:spPr>
        <p:txBody>
          <a:bodyPr wrap="square" lIns="203200" tIns="203200" rIns="203200" bIns="2032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helped with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structure and Flask code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pytest suite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mocked-extraction design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the updated report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37160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1B2A41"/>
          </a:solidFill>
          <a:ln/>
        </p:spPr>
        <p:txBody>
          <a:bodyPr wrap="square" lIns="203200" tIns="203200" rIns="203200" bIns="2032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owned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every role in a real browser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tests and reading the output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the defects that got fixed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bounded scope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and pushing the repository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mock, not a real LLM (deterministic, free, reproducible)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detection covers same-date, conflicting-amount cases only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FR-11 (re-flag earlier entries on new contradicting documents) not built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Role-picker login and in-memory data: no real auth or database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NFR-06 (label usability), NFR-07 (timed benchmarks), NFR-09 (accuracy) not measured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stakeholder interview: grounded in the instructor's scenario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links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a real LLM that only suggests and cites sources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FR-11 re-flagging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mismatch rules to people and descriptions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real database and authentication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137160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CADCFC"/>
          </a:solidFill>
          <a:ln/>
        </p:spPr>
        <p:txBody>
          <a:bodyPr wrap="square" lIns="203200" tIns="203200" rIns="203200" bIns="2032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it</a:t>
            </a:r>
            <a:endParaRPr lang="en-US" sz="18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u="sng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github.com/YourAznGurl/cen4010-final-project</a:t>
            </a:r>
            <a:endParaRPr lang="en-US" sz="18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locally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2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app.main</a:t>
            </a:r>
            <a:endParaRPr lang="en-US" sz="18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and demo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PDF is linked at the top of the repo README; click-by-click demo steps are in README section 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</Words>
  <Application>Microsoft Macintosh PowerPoint</Application>
  <PresentationFormat>On-screen Show (16:9)</PresentationFormat>
  <Paragraphs>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MatterTrace - Final Project</dc:title>
  <dc:subject>PptxGenJS Presentation</dc:subject>
  <dc:creator>PptxGenJS</dc:creator>
  <cp:lastModifiedBy>Ena Tarumi</cp:lastModifiedBy>
  <cp:revision>2</cp:revision>
  <dcterms:created xsi:type="dcterms:W3CDTF">2026-09-28T03:30:42Z</dcterms:created>
  <dcterms:modified xsi:type="dcterms:W3CDTF">2026-10-20T02:01:11Z</dcterms:modified>
</cp:coreProperties>
</file>